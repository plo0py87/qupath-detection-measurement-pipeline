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7c05b75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7c05b75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7c05b756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7c05b756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7c05b75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7c05b75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7c05b75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7c05b75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c05b756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c05b75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c05b756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c05b756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7c05b756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7c05b756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QuPath統計圖腳本教學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作者:陳興彥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使用方式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將腳本下載，拖曳至Qupath視窗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開啟Automate/Script editor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開啟目標腳本按下run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執行步驟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mean_intensity_measurement.groovy </a:t>
            </a:r>
            <a:br>
              <a:rPr lang="en"/>
            </a:br>
            <a:r>
              <a:rPr lang="en"/>
              <a:t>- 統計數據寫入annotation measurement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color_mask.groovy</a:t>
            </a:r>
            <a:br>
              <a:rPr lang="en"/>
            </a:br>
            <a:r>
              <a:rPr lang="en"/>
              <a:t>- 根據統計數據產生圖層遮罩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clear_mask_view.groovy</a:t>
            </a:r>
            <a:br>
              <a:rPr lang="en"/>
            </a:br>
            <a:r>
              <a:rPr lang="en"/>
              <a:t>- 關閉圖層，恢復正常圖檔顯示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mean_intensity_measurement.groovy使用說明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935975"/>
            <a:ext cx="8520600" cy="26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腳本最上方為參數設定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CHANNEL_INDEX:要統計的channel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CHANNEL_LABEL:在measurement list中欲顯示的channel名稱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39943" t="0"/>
          <a:stretch/>
        </p:blipFill>
        <p:spPr>
          <a:xfrm>
            <a:off x="311700" y="1017725"/>
            <a:ext cx="8520600" cy="8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mean_intensity_measurement.groovy輸出說明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區域 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Region area (mm²)</a:t>
            </a:r>
            <a:r>
              <a:rPr lang="en" sz="1100">
                <a:solidFill>
                  <a:schemeClr val="dk1"/>
                </a:solidFill>
              </a:rPr>
              <a:t>：註解區域的總面積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Region mean (Channel X)</a:t>
            </a:r>
            <a:r>
              <a:rPr lang="en" sz="1100">
                <a:solidFill>
                  <a:schemeClr val="dk1"/>
                </a:solidFill>
              </a:rPr>
              <a:t>：區域整體平均亮度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Cell count (cells)</a:t>
            </a:r>
            <a:r>
              <a:rPr lang="en" sz="1100">
                <a:solidFill>
                  <a:schemeClr val="dk1"/>
                </a:solidFill>
              </a:rPr>
              <a:t>：區域內細胞數量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Cell density (cells/mm²)</a:t>
            </a:r>
            <a:r>
              <a:rPr lang="en" sz="1100">
                <a:solidFill>
                  <a:schemeClr val="dk1"/>
                </a:solidFill>
              </a:rPr>
              <a:t>：單位面積的細胞數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細胞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[Nucleus] / [Cytoplasm] / [Whole] area (µm²)</a:t>
            </a:r>
            <a:r>
              <a:rPr lang="en" sz="1100">
                <a:solidFill>
                  <a:schemeClr val="dk1"/>
                </a:solidFill>
              </a:rPr>
              <a:t>：各分區總面積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area fraction (%)</a:t>
            </a:r>
            <a:r>
              <a:rPr lang="en" sz="1100">
                <a:solidFill>
                  <a:schemeClr val="dk1"/>
                </a:solidFill>
              </a:rPr>
              <a:t>：各分區佔區域比例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inside mean (Channel X)</a:t>
            </a:r>
            <a:r>
              <a:rPr lang="en" sz="1100">
                <a:solidFill>
                  <a:schemeClr val="dk1"/>
                </a:solidFill>
              </a:rPr>
              <a:t>：細胞分區內的面積加權平均亮度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outside mean (Channel X)</a:t>
            </a:r>
            <a:r>
              <a:rPr lang="en" sz="1100">
                <a:solidFill>
                  <a:schemeClr val="dk1"/>
                </a:solidFill>
              </a:rPr>
              <a:t>：區域中分區外（背景）的平均亮度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亮度 = 影像的像素灰階值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color_mask.groovy參數</a:t>
            </a:r>
            <a:r>
              <a:rPr lang="en"/>
              <a:t>說明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4950"/>
            <a:ext cx="746760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3276250"/>
            <a:ext cx="8520600" cy="1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annotation</a:t>
            </a:r>
            <a:r>
              <a:rPr lang="en"/>
              <a:t>填色腳本，修改參數後執行即可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color_mask.groovy參數</a:t>
            </a:r>
            <a:r>
              <a:rPr lang="en"/>
              <a:t>說明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MEAS_NAME</a:t>
            </a:r>
            <a:r>
              <a:rPr lang="en" sz="1100">
                <a:solidFill>
                  <a:schemeClr val="dk1"/>
                </a:solidFill>
              </a:rPr>
              <a:t>：填色欄位名稱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DOWNSAMPLE</a:t>
            </a:r>
            <a:r>
              <a:rPr lang="en" sz="1100">
                <a:solidFill>
                  <a:schemeClr val="dk1"/>
                </a:solidFill>
              </a:rPr>
              <a:t>：遮罩解析度 (數字越大越模糊)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DRAW_OUTLINE / OUTLINE_PX</a:t>
            </a:r>
            <a:r>
              <a:rPr lang="en" sz="1100">
                <a:solidFill>
                  <a:schemeClr val="dk1"/>
                </a:solidFill>
              </a:rPr>
              <a:t>：是否畫外框 &amp; 粗細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SCALE_MODE</a:t>
            </a:r>
            <a:r>
              <a:rPr lang="en" sz="1100">
                <a:solidFill>
                  <a:schemeClr val="dk1"/>
                </a:solidFill>
              </a:rPr>
              <a:t>：顏色映射的範圍設定方式：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"data"</a:t>
            </a:r>
            <a:r>
              <a:rPr lang="en" sz="1100">
                <a:solidFill>
                  <a:schemeClr val="dk1"/>
                </a:solidFill>
              </a:rPr>
              <a:t>：直接用資料的最小值與最大值作為色階範圍。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"percentile"</a:t>
            </a:r>
            <a:r>
              <a:rPr lang="en" sz="1100">
                <a:solidFill>
                  <a:schemeClr val="dk1"/>
                </a:solidFill>
              </a:rPr>
              <a:t>：用百分位數作為範圍（由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P_LOW</a:t>
            </a:r>
            <a:r>
              <a:rPr lang="en" sz="1100">
                <a:solidFill>
                  <a:schemeClr val="dk1"/>
                </a:solidFill>
              </a:rPr>
              <a:t> 和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P_HIGH</a:t>
            </a:r>
            <a:r>
              <a:rPr lang="en" sz="1100">
                <a:solidFill>
                  <a:schemeClr val="dk1"/>
                </a:solidFill>
              </a:rPr>
              <a:t> 決定）。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"manual"</a:t>
            </a:r>
            <a:r>
              <a:rPr lang="en" sz="1100">
                <a:solidFill>
                  <a:schemeClr val="dk1"/>
                </a:solidFill>
              </a:rPr>
              <a:t>：手動輸入範圍（由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V_MIN</a:t>
            </a:r>
            <a:r>
              <a:rPr lang="en" sz="1100">
                <a:solidFill>
                  <a:schemeClr val="dk1"/>
                </a:solidFill>
              </a:rPr>
              <a:t> 和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V_MAX</a:t>
            </a:r>
            <a:r>
              <a:rPr lang="en" sz="1100">
                <a:solidFill>
                  <a:schemeClr val="dk1"/>
                </a:solidFill>
              </a:rPr>
              <a:t> 決定）。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P_LOW, P_HIGH</a:t>
            </a:r>
            <a:r>
              <a:rPr lang="en" sz="1100">
                <a:solidFill>
                  <a:schemeClr val="dk1"/>
                </a:solidFill>
              </a:rPr>
              <a:t>：百分位裁切範圍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V_MIN, V_MAX</a:t>
            </a:r>
            <a:r>
              <a:rPr lang="en" sz="1100">
                <a:solidFill>
                  <a:schemeClr val="dk1"/>
                </a:solidFill>
              </a:rPr>
              <a:t>：手動色階範圍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COLORMAP_NAME</a:t>
            </a:r>
            <a:r>
              <a:rPr lang="en" sz="1100">
                <a:solidFill>
                  <a:schemeClr val="dk1"/>
                </a:solidFill>
              </a:rPr>
              <a:t>：色圖選擇，Available colormaps : [Blue, Cyan, Gray, Green, Inferno, Jet, Magenta, Magma, Plasma, Red, Svidro2, Viridis, Yellow]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HIDE_QP_ANNOS</a:t>
            </a:r>
            <a:r>
              <a:rPr lang="en" sz="1100">
                <a:solidFill>
                  <a:schemeClr val="dk1"/>
                </a:solidFill>
              </a:rPr>
              <a:t>：是否隱藏 QuPath annotation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SIMULATE_HIDE_IMAGE</a:t>
            </a:r>
            <a:r>
              <a:rPr lang="en" sz="1100">
                <a:solidFill>
                  <a:schemeClr val="dk1"/>
                </a:solidFill>
              </a:rPr>
              <a:t>：是否鋪白底遮住原圖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BACKGROUND_ALPHA / BACKGROUND_COLOR</a:t>
            </a:r>
            <a:r>
              <a:rPr lang="en" sz="1100">
                <a:solidFill>
                  <a:schemeClr val="dk1"/>
                </a:solidFill>
              </a:rPr>
              <a:t>：白底透明度與顏色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clear_mask_view.groovy使用說明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直接執行以關閉色塊圖層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